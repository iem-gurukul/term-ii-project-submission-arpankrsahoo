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828800" cy="18288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7548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33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Project  —  Console-Based Application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029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337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 •  Roll No. 28  •  CSE IoT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 12024052019023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5176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804672"/>
            <a:ext cx="265176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822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46120" y="1572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804672"/>
            <a:ext cx="265176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822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72200" y="1572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system?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65176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console application that manages student enrollment in academic courses. </a:t>
            </a:r>
            <a:pPr algn="just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OOP principles — Encapsulation, Inheritance, Polymorphism, Abstraction — </a:t>
            </a:r>
            <a:pPr algn="just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Java Collections (HashMap, ArrayList), custom Exception Handling, and File Persistence.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20040" y="3822192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22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96312" y="3822192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3822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2584" y="3822192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3822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48856" y="3822192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3822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2062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96312" y="420624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42062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72584" y="420624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42062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43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542032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drop courses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timetable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course availability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course details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63824" y="749808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749808"/>
            <a:ext cx="2743200" cy="62179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76809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Administrator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3552" y="1444752"/>
            <a:ext cx="2542032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students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courses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instructors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749808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749808"/>
            <a:ext cx="27432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76809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Instructor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444752"/>
            <a:ext cx="2542032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courses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students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course details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course capacity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863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+ MenuHelper.java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5029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7556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EnrollmentManager.java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88336"/>
            <a:ext cx="502920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7249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072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Student / Course / Instructor / Department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502920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6941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0416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FileManager.java  •  RegistrationException.java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1472184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468880" y="244144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68880" y="3410712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577840" y="749808"/>
            <a:ext cx="3383280" cy="3886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804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207008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UndergraduateStudent.java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PostgraduateStudent.java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EnrollmentManager.java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FileManager.java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RegistrationException.java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MenuHelper.java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Applied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91440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" y="1207008"/>
            <a:ext cx="21031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in Student,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Instructor classes.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getters/setters.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33472" y="1170432"/>
            <a:ext cx="1783080" cy="13350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207008"/>
            <a:ext cx="1691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 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getName()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return name;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18304" y="74980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749808"/>
            <a:ext cx="91440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2896" y="1207008"/>
            <a:ext cx="21031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Student → Undergrad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Postgrad. Admin, Instructor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extend User.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95744" y="1170432"/>
            <a:ext cx="1783080" cy="13350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1464" y="1207008"/>
            <a:ext cx="1691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User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Undergrad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Student { ... 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76148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61488"/>
            <a:ext cx="91440" cy="18745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34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" y="3218688"/>
            <a:ext cx="21031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displayDetails() overridden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Student, Instructor,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Admin subclasses.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3472" y="3182112"/>
            <a:ext cx="1783080" cy="13350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3218688"/>
            <a:ext cx="1691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displayDetails() { ... 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18304" y="276148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2761488"/>
            <a:ext cx="91440" cy="1874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834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82896" y="3218688"/>
            <a:ext cx="21031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EnrollmentManager hides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logic behind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method calls.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95744" y="3182112"/>
            <a:ext cx="1783080" cy="13350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3218688"/>
            <a:ext cx="1691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registerStudentFor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Course(studentId,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courseId);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425196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863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Operations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courses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course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timetable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available courses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18304" y="74980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18304" y="749808"/>
            <a:ext cx="42519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7863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243584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courses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dept, instructor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capacity &amp; seats left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instructors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276148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61488"/>
            <a:ext cx="425196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980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255264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registration block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capacity enforcement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course load per student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drop on removal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276148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2761488"/>
            <a:ext cx="4251960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7980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255264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data on exit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 on startup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Pipe-delimited text format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round-trip fidelity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 &amp; Relationships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83280" y="713232"/>
            <a:ext cx="23774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0" y="713232"/>
            <a:ext cx="237744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56432" y="73152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&lt;&lt;abstract&gt;&gt;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078992"/>
            <a:ext cx="2212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id, name, 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displayDetails()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getRole()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719072"/>
            <a:ext cx="0" cy="3474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066544"/>
            <a:ext cx="-2743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66544"/>
            <a:ext cx="2194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66544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066544"/>
            <a:ext cx="23774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066544"/>
            <a:ext cx="23774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8483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432304"/>
            <a:ext cx="2212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department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registeredCourses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register(courseId)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2066544"/>
            <a:ext cx="23774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066544"/>
            <a:ext cx="23774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08483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432304"/>
            <a:ext cx="2212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department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assignedCourses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assignCourse(id)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066544"/>
            <a:ext cx="23774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066544"/>
            <a:ext cx="237744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08483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432304"/>
            <a:ext cx="2212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adminLevel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getRole()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displayDetails()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072384"/>
            <a:ext cx="0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3401568"/>
            <a:ext cx="-822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401568"/>
            <a:ext cx="822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3401568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" y="3401568"/>
            <a:ext cx="18288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3419856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UndergraduateStudent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" y="3767328"/>
            <a:ext cx="166420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year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maxCourses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canRegister()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3401568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03120" y="3401568"/>
            <a:ext cx="18288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3419856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PostgraduateStudent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767328"/>
            <a:ext cx="166420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researchArea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maxCourses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canRegister()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4840" y="3401568"/>
            <a:ext cx="21945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34840" y="3401568"/>
            <a:ext cx="219456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07992" y="3419856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3767328"/>
            <a:ext cx="20299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courseId, capacity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enrolledStudents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hasSpace()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0" y="3401568"/>
            <a:ext cx="21945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3401568"/>
            <a:ext cx="21945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3419856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EnrollmentManager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3767328"/>
            <a:ext cx="20299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students (Map)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courses (Map)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register(s, c)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Hierarchy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749808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76809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RegistrationException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(extends Exception)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DuplicateRegistration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444752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81328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CourseFullException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39112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06624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StudentNotFound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00984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968496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05072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CourseNotFound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30368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NotEnrolled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24728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92240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8816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InstructorNotFound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86600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754112" y="1792224"/>
            <a:ext cx="11887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90688" y="1828800"/>
            <a:ext cx="1115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CourseLoadExceeded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348472" y="1792224"/>
            <a:ext cx="0" cy="-4937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74320" y="2761488"/>
            <a:ext cx="8595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Exceptions Are Used — Registration 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" y="318211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1912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602736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student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StudentNotFound)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" y="33558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01368" y="318211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01368" y="31912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00200" y="3602736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course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CourseNotFound)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67128" y="33558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18688" y="31821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18688" y="31912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17520" y="3602736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DuplicateReg.)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84448" y="33558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31821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31912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34840" y="3602736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capacity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CourseFull)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01768" y="33558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3182112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31912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0" y="3602736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load limit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LoadExceeded)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19088" y="33558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70648" y="3182112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0648" y="31912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69480" y="3602736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Register!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Data Flow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(OOP)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13 source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HashMap&lt;K,V&gt;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O(1) lookups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EnrollmentManager 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ArrayList&lt;T&gt;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courses, enrolled 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Exceptions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RegistrationException hierarchy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BufferedReader/Writer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FileManager.java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MenuHelper.java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182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How a Registration Works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547872"/>
            <a:ext cx="1554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10896" y="3566160"/>
            <a:ext cx="148132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(Scanner)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28800" y="395935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0" y="3547872"/>
            <a:ext cx="1554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48256" y="3566160"/>
            <a:ext cx="148132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(Menu)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66160" y="395935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3547872"/>
            <a:ext cx="155448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85616" y="3566160"/>
            <a:ext cx="148132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(Logic)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95935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0" y="3547872"/>
            <a:ext cx="1554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22976" y="3566160"/>
            <a:ext cx="148132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40880" y="395935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3547872"/>
            <a:ext cx="155448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0336" y="3566160"/>
            <a:ext cx="148132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37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Registration System  |  Java OOP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•  Roll-28  •  CSE IoT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OOP implementation — Encapsulation, Inheritance, Polymorphism, Abstraction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Role-based system with Student, Admin, and Instructor menus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8229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6829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Robust exception hierarchy — 7 custom exceptions for all error cases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266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persistence using file handling with full save/load cycle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8229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850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 design — easily extendable to GUI, database, or web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Kumar Sahoo  |  Sec-A  |  Roll-28  |  CSE IoT  |  Enrollment: 12024052019023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Course Registration System</dc:title>
  <dc:subject>PptxGenJS Presentation</dc:subject>
  <dc:creator>Arpan Kumar Sahoo</dc:creator>
  <cp:lastModifiedBy>Arpan Kumar Sahoo</cp:lastModifiedBy>
  <cp:revision>1</cp:revision>
  <dcterms:created xsi:type="dcterms:W3CDTF">2026-03-29T15:08:33Z</dcterms:created>
  <dcterms:modified xsi:type="dcterms:W3CDTF">2026-03-29T15:08:33Z</dcterms:modified>
</cp:coreProperties>
</file>